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40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72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071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50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5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98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60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049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36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66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41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56FB4-7A5B-45D8-B2B3-B8A9F2C5955A}" type="datetimeFigureOut">
              <a:rPr lang="en-GB" smtClean="0"/>
              <a:t>29/08/2022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06F64-716F-422F-8631-8CB53AF5212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89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280" y="696480"/>
            <a:ext cx="6400813" cy="5486411"/>
          </a:xfrm>
          <a:prstGeom prst="rect">
            <a:avLst/>
          </a:prstGeom>
        </p:spPr>
      </p:pic>
      <p:grpSp>
        <p:nvGrpSpPr>
          <p:cNvPr id="10" name="Gruppieren 9"/>
          <p:cNvGrpSpPr/>
          <p:nvPr/>
        </p:nvGrpSpPr>
        <p:grpSpPr>
          <a:xfrm>
            <a:off x="5363203" y="1421592"/>
            <a:ext cx="3474964" cy="527274"/>
            <a:chOff x="60953" y="1834342"/>
            <a:chExt cx="3474964" cy="527274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82" t="44167" r="42208" b="47080"/>
            <a:stretch/>
          </p:blipFill>
          <p:spPr>
            <a:xfrm>
              <a:off x="60953" y="1834342"/>
              <a:ext cx="243847" cy="480233"/>
            </a:xfrm>
            <a:prstGeom prst="rect">
              <a:avLst/>
            </a:prstGeom>
          </p:spPr>
        </p:pic>
        <p:sp>
          <p:nvSpPr>
            <p:cNvPr id="8" name="Textfeld 7"/>
            <p:cNvSpPr txBox="1"/>
            <p:nvPr/>
          </p:nvSpPr>
          <p:spPr>
            <a:xfrm>
              <a:off x="228601" y="1834342"/>
              <a:ext cx="33073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Extraterrestrische Sonnenstrahlung</a:t>
              </a:r>
            </a:p>
          </p:txBody>
        </p:sp>
        <p:sp>
          <p:nvSpPr>
            <p:cNvPr id="9" name="Rechteck 8"/>
            <p:cNvSpPr/>
            <p:nvPr/>
          </p:nvSpPr>
          <p:spPr>
            <a:xfrm>
              <a:off x="228600" y="2053839"/>
              <a:ext cx="330731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1400" dirty="0">
                  <a:latin typeface="Arial" panose="020B0604020202020204" pitchFamily="34" charset="0"/>
                  <a:cs typeface="Arial" panose="020B0604020202020204" pitchFamily="34" charset="0"/>
                </a:rPr>
                <a:t>Sonnenstrahlung auf der Erdoberfläche</a:t>
              </a:r>
              <a:endParaRPr lang="en-GB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242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3" y="685794"/>
            <a:ext cx="6400813" cy="548641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0" t="65205" r="9660" b="11204"/>
          <a:stretch/>
        </p:blipFill>
        <p:spPr>
          <a:xfrm rot="10800000" flipV="1">
            <a:off x="3818580" y="1348525"/>
            <a:ext cx="612000" cy="8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3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Breitbild</PresentationFormat>
  <Paragraphs>2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>Elbe Kliniken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Zellbiologie</dc:creator>
  <cp:lastModifiedBy>Zellbiologie</cp:lastModifiedBy>
  <cp:revision>7</cp:revision>
  <dcterms:created xsi:type="dcterms:W3CDTF">2022-08-23T13:07:21Z</dcterms:created>
  <dcterms:modified xsi:type="dcterms:W3CDTF">2022-08-29T11:15:53Z</dcterms:modified>
</cp:coreProperties>
</file>